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2606040"/>
            <a:ext cx="109728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CSAT Root-Cause &amp; Sentiment
Driver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9776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C4B6"/>
                </a:solidFill>
                <a:latin typeface="Calibri"/>
              </a:rPr>
              <a:t>Identifying and prioritizing what's actually driving customer dissatisfaction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2D0"/>
                </a:solidFill>
                <a:latin typeface="Calibri"/>
              </a:rPr>
              <a:t>Data Analytics Consulting  |  Aug 2026 – Oct 2026  |  7,500 survey responses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The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10789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CSAT scores are down, and leadership needs to know WHY - not just that satisfaction has slipped, but which specific, fixable issue is driving it.</a:t>
            </a:r>
          </a:p>
          <a:p>
            <a:pPr algn="l">
              <a:spcAft>
                <a:spcPts val="22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Thousands of open-text survey responses arrive across chat, email and voice every month - too much volume to read by hand, but too much nuance for a dashboard number alone.</a:t>
            </a:r>
          </a:p>
          <a:p>
            <a:pPr algn="l">
              <a:spcAft>
                <a:spcPts val="22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Objective: systematically tag every response against a small set of known root-cause drivers, score its sentiment, and roll everything up into a ranked, actionable view - which driver matters most, where it concentrates, and what's compounding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Calibri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7,500 customer survey responses across chat, email and voice (01 Aug – 31 Oct 2026)</a:t>
            </a:r>
          </a:p>
          <a:p>
            <a:pPr algn="l">
              <a:spcAft>
                <a:spcPts val="20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Columns: date, unique response ID, channel, line of business, the customer's own words (verbatim), CSAT score (1-5), plus the agent/TL/manager who handled it</a:t>
            </a:r>
          </a:p>
          <a:p>
            <a:pPr algn="l">
              <a:spcAft>
                <a:spcPts val="20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Also carries three real call-center operational signals: handle time, first-contact-resolution flag, and 30-day repeat-contact flag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4805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7D"/>
                </a:solidFill>
                <a:latin typeface="Calibri"/>
              </a:rPr>
              <a:t>Channel mix:  Voice: 3,350  |  Chat: 2,642  |  Email: 1,508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Approach &amp; Expected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10789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Bootstrap a root-cause keyword dictionary from the terms that actually distinguish low-CSAT from high-CSAT text (minutes, not days of manual reading)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Tag every response against the dictionary, ranked by match strength into a PRIMARY and SECONDARY driver per response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Where the dictionary finds nothing, TF-IDF + NMF topic modeling discovers an actionable secondary sub-theme directly from the text - no response is left unexplained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Score sentiment with an offline lexicon model (no AI/LLM API dependency)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Expected output: one Excel workbook (raw tagged data, every summary cut, every chart) plus a Power BI report for the business narrative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Key Outcomes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2514600" cy="15544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EC4B6"/>
                </a:solidFill>
                <a:latin typeface="Calibri"/>
              </a:rPr>
              <a:t>32%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of responses: Billing Charges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554480"/>
            <a:ext cx="2514600" cy="15544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3.01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Overall average CSAT (out of 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54480"/>
            <a:ext cx="2514600" cy="15544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E05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E05A47"/>
                </a:solidFill>
                <a:latin typeface="Calibri"/>
              </a:rPr>
              <a:t>50%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of responses carry negative sentiment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554480"/>
            <a:ext cx="2514600" cy="15544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EC4B6"/>
                </a:solidFill>
                <a:latin typeface="Calibri"/>
              </a:rPr>
              <a:t>2.96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Lowest avg CSAT: Delhi NCR circle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56616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>
                <a:solidFill>
                  <a:srgbClr val="202633"/>
                </a:solidFill>
                <a:latin typeface="Calibri"/>
              </a:rPr>
              <a:t>●   Billing Charges is both the highest-VOLUME and lowest-CSAT driver (avg CSAT 2.50) - the clear priority-one fix.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202633"/>
                </a:solidFill>
                <a:latin typeface="Calibri"/>
              </a:rPr>
              <a:t>●   Delhi NCR is the lowest-performing circle (avg CSAT 2.96) and Postpaid Standard the lowest-performing plan tier (avg CSAT 2.90) - two segment-level leads worth investigating alongside the process fix.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202633"/>
                </a:solidFill>
                <a:latin typeface="Calibri"/>
              </a:rPr>
              <a:t>●   CSAT mix: 38% Promoters (4-5) vs 38% Detractors (1-2) - a split, not a crisis, but with a specific, fixable lever.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202633"/>
                </a:solidFill>
                <a:latin typeface="Calibri"/>
              </a:rPr>
              <a:t>●   Agents with less than 6 months' tenure skew toward the lowest-CSAT bucket (&lt;6 months) - a coaching signal alongside the process fix.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459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●   Fix #1: Billing Charges - the single biggest, lowest-scoring driver, concentrated and compounding with “Sub-theme: Charged” in 72% of its own complaints.</a:t>
            </a:r>
          </a:p>
          <a:p>
            <a:pPr>
              <a:spcAft>
                <a:spcPts val="2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●   Fix #2: coach agents under 6 months' tenure - this cohort shows the weakest CSAT (&lt;6 months bucket) across the board.</a:t>
            </a:r>
          </a:p>
          <a:p>
            <a:pPr>
              <a:spcAft>
                <a:spcPts val="2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●   Next step: validate this taxonomy against a sample of real customer verbatim, then track the top driver's weekly trend (already built into the workbook) as fixes roll 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2D0"/>
                </a:solidFill>
                <a:latin typeface="Calibri"/>
              </a:rPr>
              <a:t>Data Analytics Consulting  |  Synthetic demo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