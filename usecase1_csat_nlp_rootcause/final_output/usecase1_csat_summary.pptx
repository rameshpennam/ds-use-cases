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CSAT scores are down, and leadership needs to know WHY - not just that satisfaction has slipped, but which specific, fixable issue is driving it.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Thousands of open-text survey responses arrive across chat, email and voice every month - too much volume to read by hand, but too much nuance for a dashboard number alone.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systematically tag every response against a known root-cause taxonomy, score its sentiment, and roll everything up into a ranked, actionable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vague “customer sentiment is down” finding can't be acted on. A ranked, named driver - “Duplicate billing charges, concentrated in the Postpaid LoB” - can go straight to the team that owns the fix, with a number attached to track whether the fix is working.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7,500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Survey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 (chat/email/voice)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Telecom circles covered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01 Aug – 31 Oct 2026: date, unique response ID, channel, line of business, the customer's own words (verbatim), CSAT score (1-5)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Who handled it: agent, team lead, manager - and customer-master fields a survey platform routinely carries: plan tier (5 tiers) and telecom circle (23 circles, all-India)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CHANNEL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4929981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4341" y="4800600"/>
            <a:ext cx="3773655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7996" y="4800600"/>
            <a:ext cx="2177722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Voice: 45%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Chat: 35%</a:t>
            </a:r>
          </a:p>
        </p:txBody>
      </p:sp>
      <p:sp>
        <p:nvSpPr>
          <p:cNvPr id="25" name="Oval 24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Email: 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227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OUTPUT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1929384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32104" y="2697480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" y="3465576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60120" y="4233672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24128" y="5001768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94360" y="175564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647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clean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pandas loads the 7,500-row survey export, then the text is lowercased, stripped of punctuation, and whitespace-collapsed.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5564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clean_text column every later step reuses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2523744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532888"/>
            <a:ext cx="1947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Bootstrap dictionary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23744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Term frequency is split low-CSAT vs high-CSAT text, and every candidate term's sentiment lean is labeled upfront.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523744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An inspectable keyword shortlist, not a guess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" y="3291840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3300984"/>
            <a:ext cx="18836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Tag drivers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40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Every response is matched against 11 categories and 42 sub-issues, ranked by phrase-match strength.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91840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PRIMARY + actionable SECONDARY driver per row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4059936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4069080"/>
            <a:ext cx="18196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NMF safety 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059936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TF-IDF + NMF finds latent themes in any leftover text; YAKE auto-labels each theme,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059936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Zero responses left with a blank secondary driver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" y="4828032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4837176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Score sentiment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28032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VADER, a lexicon-based model, scores the tone of every row — 100% offline, zero AI/LLM API dependency.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4828032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Negative/Neutral/Positive label per response</a:t>
            </a:r>
          </a:p>
        </p:txBody>
      </p:sp>
      <p:sp>
        <p:nvSpPr>
          <p:cNvPr id="32" name="Oval 31"/>
          <p:cNvSpPr/>
          <p:nvPr/>
        </p:nvSpPr>
        <p:spPr>
          <a:xfrm>
            <a:off x="914400" y="559612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605272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59612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One workbook is written (row data + Analysis sheet), then the PPT deck and Power BI report are built on top.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59612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2.86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2.78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North East circle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CSAT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154110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48470" y="3429000"/>
            <a:ext cx="901546" cy="32004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0016" y="3429000"/>
            <a:ext cx="1458687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Promoters (4-5): 33%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Neutral (3): 26%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4517136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480560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Detractors (1-2): 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PRIMARY DRIVERS</a:t>
            </a:r>
          </a:p>
        </p:txBody>
      </p:sp>
      <p:sp>
        <p:nvSpPr>
          <p:cNvPr id="24" name="Oval 23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Billing Charges — 20.8%</a:t>
            </a:r>
          </a:p>
        </p:txBody>
      </p:sp>
      <p:sp>
        <p:nvSpPr>
          <p:cNvPr id="26" name="Oval 25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No Issue Positive — 16.7%</a:t>
            </a:r>
          </a:p>
        </p:txBody>
      </p:sp>
      <p:sp>
        <p:nvSpPr>
          <p:cNvPr id="28" name="Oval 27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Agent Behavior Comm — 12.2%</a:t>
            </a:r>
          </a:p>
        </p:txBody>
      </p:sp>
      <p:sp>
        <p:nvSpPr>
          <p:cNvPr id="30" name="Oval 29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Network Connectivity — 10.3%</a:t>
            </a:r>
          </a:p>
        </p:txBody>
      </p:sp>
      <p:sp>
        <p:nvSpPr>
          <p:cNvPr id="32" name="Oval 31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Resolution Time FCR — 9.0%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SECONDARY DRIVERS</a:t>
            </a:r>
          </a:p>
        </p:txBody>
      </p:sp>
      <p:sp>
        <p:nvSpPr>
          <p:cNvPr id="35" name="Oval 34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Duplicate Charge — 4.6%</a:t>
            </a:r>
          </a:p>
        </p:txBody>
      </p:sp>
      <p:sp>
        <p:nvSpPr>
          <p:cNvPr id="37" name="Oval 36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GST/Tax Confusion — 4.3%</a:t>
            </a:r>
          </a:p>
        </p:txBody>
      </p:sp>
      <p:sp>
        <p:nvSpPr>
          <p:cNvPr id="39" name="Oval 38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Incorrect Late Fee — 4.2%</a:t>
            </a:r>
          </a:p>
        </p:txBody>
      </p:sp>
      <p:sp>
        <p:nvSpPr>
          <p:cNvPr id="41" name="Oval 40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Roaming Charge Dispute — 4.0%</a:t>
            </a:r>
          </a:p>
        </p:txBody>
      </p:sp>
      <p:sp>
        <p:nvSpPr>
          <p:cNvPr id="43" name="Oval 42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Unexplained Deduction — 3.7%</a:t>
            </a:r>
          </a:p>
        </p:txBody>
      </p:sp>
      <p:sp>
        <p:nvSpPr>
          <p:cNvPr id="45" name="Oval 44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Agents with less than 6 months' tenure skew toward the lowest-CSAT bucket (&lt;6 months) - a coaching signal alongside the process fix.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Billing Charges (20.8%)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20.8% of all complaints are Billing Charges, and “Duplicate Charge” alone drives 22.0% of those — fix the duplicate-charge billing defect first, not the category as a whole.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Billing responses average 2.51 vs 2.95 everywhere else — closing that gap could lift OVERALL CSAT from 2.86 toward roughly 2.95 over time.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38328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Coach agents under 6 months (34% of roster)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Agents under 6 months' tenure are 34% of the roster but generate 47% of Agent Behavior complaints — these specific agents are driving this category, not the team broadly.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Targeted coaching (not generic training) directly shrinks a top-3 driver by volume.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66344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Next: Validate &amp;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Validate the taxonomy against real customer verbatim, then track the top driver's weekly trend already built into the workbook.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Confirms both fixes are actually moving CSAT, with real data, not a one-time snapshot.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