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3.0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1099017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93377" y="4800600"/>
            <a:ext cx="221979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13174" y="4800600"/>
            <a:ext cx="4787798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00972" y="4800600"/>
            <a:ext cx="2774746" cy="41148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Billing &amp; Payments: 10%</a:t>
            </a:r>
          </a:p>
        </p:txBody>
      </p:sp>
      <p:sp>
        <p:nvSpPr>
          <p:cNvPr id="24" name="Oval 23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20%</a:t>
            </a:r>
          </a:p>
        </p:txBody>
      </p:sp>
      <p:sp>
        <p:nvSpPr>
          <p:cNvPr id="26" name="Oval 25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44%</a:t>
            </a:r>
          </a:p>
        </p:txBody>
      </p:sp>
      <p:sp>
        <p:nvSpPr>
          <p:cNvPr id="28" name="Oval 27"/>
          <p:cNvSpPr/>
          <p:nvPr/>
        </p:nvSpPr>
        <p:spPr>
          <a:xfrm>
            <a:off x="8138160" y="5321808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Prepaid Mobile: 26%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227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OUTPUT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1929384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" y="2697480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" y="3465576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" y="4233672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8096" y="5001768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94360" y="175564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647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prepare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pandas loads 3.8 years of volume history + the roster; occupancy = 1 minus the roster's average shrinkage % (time lost to breaks/training), not a textbook 85% assumption.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5564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ready-to-model daily volume series + a real occupancy figure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2523744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328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Explore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23744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statsmodels' seasonal_decompose splits the series into trend, weekly seasonality, and residual noise, so the real weekly rhythm (e.g. the Sunday dip) is confirmed visually before any model is trusted.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523744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Confirms the series' real shape before trusting a model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3291840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Benchmark honestly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40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The naive baseline just repeats each weekday's volume from one week back; its holdout MAPE (mean absolute % error, scikit-learn) becomes the bar every real model must beat.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91840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bar every candidate model must beat before it ships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4059936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Holt-Winters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059936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statsmodels' ExponentialSmoothing fits separate trend and weekly-seasonal components, then extrapolates both forward 42 days - a transparent formula, not a black box.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059936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15.1% MAPE — beats the 17.2% baseline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" y="4828032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8371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Volume -&gt; FTE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28032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required_hours = volume x handle_time / 3600; required_FTE = hours / (shift_hours x occupancy) - then compared day-by-day against the roster's available hours.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4828032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The exact day(s) staffing runs short, and by how much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" y="559612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60527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59612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openpyxl writes one workbook (forecast + an Analysis sheet with native Excel charts); python-pptx then re-reads that SAME file to build this deck.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59612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15.1%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17.2%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791823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86183" y="3429000"/>
            <a:ext cx="1722520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Required: 51%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Available: 49%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SHORT-STAFFED DAYS</a:t>
            </a:r>
          </a:p>
        </p:txBody>
      </p:sp>
      <p:sp>
        <p:nvSpPr>
          <p:cNvPr id="21" name="Oval 20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29 Oct 2026 — 2.3 FTE short</a:t>
            </a:r>
          </a:p>
        </p:txBody>
      </p:sp>
      <p:sp>
        <p:nvSpPr>
          <p:cNvPr id="23" name="Oval 22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05 Nov 2026 — 2.3 FTE short</a:t>
            </a:r>
          </a:p>
        </p:txBody>
      </p:sp>
      <p:sp>
        <p:nvSpPr>
          <p:cNvPr id="25" name="Oval 24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12 Nov 2026 — 2.3 FTE short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19 Nov 2026 — 2.3 FTE short</a:t>
            </a:r>
          </a:p>
        </p:txBody>
      </p:sp>
      <p:sp>
        <p:nvSpPr>
          <p:cNvPr id="29" name="Oval 28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26 Nov 2026 — 2.3 FTE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WEEKLY GAP TREND (NEXT 5 WKS)</a:t>
            </a:r>
          </a:p>
        </p:txBody>
      </p:sp>
      <p:sp>
        <p:nvSpPr>
          <p:cNvPr id="32" name="Oval 31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26 Oct — 0.9 FTE avg gap</a:t>
            </a:r>
          </a:p>
        </p:txBody>
      </p:sp>
      <p:sp>
        <p:nvSpPr>
          <p:cNvPr id="34" name="Oval 33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02 Nov — 1.0 FTE avg gap</a:t>
            </a:r>
          </a:p>
        </p:txBody>
      </p:sp>
      <p:sp>
        <p:nvSpPr>
          <p:cNvPr id="36" name="Oval 35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09 Nov — 1.0 FTE avg gap</a:t>
            </a:r>
          </a:p>
        </p:txBody>
      </p:sp>
      <p:sp>
        <p:nvSpPr>
          <p:cNvPr id="38" name="Oval 37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16 Nov — 1.0 FTE avg gap</a:t>
            </a:r>
          </a:p>
        </p:txBody>
      </p:sp>
      <p:sp>
        <p:nvSpPr>
          <p:cNvPr id="40" name="Oval 39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23 Nov — 1.0 FTE avg gap</a:t>
            </a:r>
          </a:p>
        </p:txBody>
      </p:sp>
      <p:sp>
        <p:nvSpPr>
          <p:cNvPr id="42" name="Oval 41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Close the FTE gap (86% of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Short-staffed on 86% of the next 42 days, averaging 1.0 FTE (4% of required headcount) — add overtime or flexible-shift agents, prioritizing Billing &amp; Payments coverage since it alone drives 10% of total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gap with 42 days of lead time, protecting the LoB carrying most of the service-level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Watch the peak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29 Oct 2026 is the single worst day, 2.3 FTE short — forecast volume peaks that day with no spare buffer.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Proactive scheduling avoids the highest service-level-risk day in the horizon.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#3: Rebalance the weekly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The roster runs a surplus on Sunday (-2.8 FTE over) but is short every other day, worst on Thursday (2.3 FTE avg) — shift some of that Sunday coverage into the weekday shifts that need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weekday shortfall using capacity already on the roster, not new hires.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