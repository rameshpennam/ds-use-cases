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60604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Demand Forecasting &amp; Staffing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C4B6"/>
                </a:solidFill>
                <a:latin typeface="Calibri"/>
              </a:rPr>
              <a:t>Contact-volume forecasting, translated into a concrete staffing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2D0"/>
                </a:solidFill>
                <a:latin typeface="Calibri"/>
              </a:rPr>
              <a:t>Data Analytics Consulting  |  3.8 years of history  |  42-day forecast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Both over- and under-staffing are expensive: idle capacity burns cost; a shortfall shows up directly in service levels and CSAT.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The business question: based on real contact-volume history, how many agents do we actually need over the next several weeks, and does the current roster cover it?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Objective: build a forecast grounded in the real patterns in the data - trend, seasonality, holidays, campaigns - validate it honestly, then convert it into a concrete FTE requirement the business can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3.8 years of daily contact-volume history, by line of business and channel, with handle time, holiday and campaign flags</a:t>
            </a:r>
          </a:p>
          <a:p>
            <a:pPr>
              <a:spcAft>
                <a:spcPts val="2000"/>
              </a:spcAft>
            </a:pPr>
            <a:r>
              <a:rPr sz="1900">
                <a:solidFill>
                  <a:srgbClr val="202633"/>
                </a:solidFill>
                <a:latin typeface="Calibri"/>
              </a:rPr>
              <a:t>●   An agent roster: who we have today, their line of business, team lead/manager, tenure, weekly available hours, and real shrinkage % (time scheduled but not available - breaks, training, coaching)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57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B7D"/>
                </a:solidFill>
                <a:latin typeface="Calibri"/>
              </a:rPr>
              <a:t>Volume split by LoB:  Broadband: 36%  |  Postpaid Mobile: 64%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10789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Explore the data first: decompose trend, weekly and yearly seasonality before touching any model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Benchmark every candidate model against a naive seasonal baseline on a held-out test window - a model only ships if it genuinely beats the simple approach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Holt-Winters exponential smoothing - a lightweight, explainable model, not a black box - forecasts volume forward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Convert volume into required FTE using handle time and the roster's REAL shrinkage rate (not a flat textbook assumption), then compare to available FTE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202633"/>
                </a:solidFill>
                <a:latin typeface="Calibri"/>
              </a:rPr>
              <a:t>●   Expected output: one Excel workbook (date-level forecast, model accuracy evidence, weekly/monthly rollups, charts) plus a Power BI staffing-gap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C4B6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EC4B6"/>
                </a:solidFill>
                <a:latin typeface="Calibri"/>
              </a:rPr>
              <a:t>18.8%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Holdout MAPE (vs 20.1% baseline)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Avg required FTE over the horizon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Available FTE (current roster)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54480"/>
            <a:ext cx="2514600" cy="15544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E05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05A47"/>
                </a:solidFill>
                <a:latin typeface="Calibri"/>
              </a:rPr>
              <a:t>36/42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Days short-staffed over the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Holt-Winters improves forecast accuracy by 1.3 percentage points over a naive 'same as last week' baseline - a real, honestly-validated gain, not an inflated claim.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The roster runs short on 36 of the next 42 days, averaging 2.5 FTE short - peaking at 3.7 FTE on 18 Nov 2026.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02633"/>
                </a:solidFill>
                <a:latin typeface="Calibri"/>
              </a:rPr>
              <a:t>●   This is a modest, fixable gap - not a crisis - but worth flagging now, with weeks of lead time, rather than discovering it the week service levels slip.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B7D"/>
                </a:solidFill>
                <a:latin typeface="Calibri"/>
              </a:rPr>
              <a:t>Demand Forecasting &amp; Staffing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Close a 2.5-FTE average gap with overtime or a couple of flexible-shift agents - the forecast gives 42 days of lead time to plan it, not a same-week scramble.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Watch the week of 18 Nov 2026 specifically - the single worst-staffed day in the horizon.</a:t>
            </a:r>
          </a:p>
          <a:p>
            <a:pPr>
              <a:spcAft>
                <a:spcPts val="2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●   Next step: extend the model per LoB/channel for sharper staffing allocation, and revisit shrinkage assumptions quarterly as the roster's tenure mix shifts.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